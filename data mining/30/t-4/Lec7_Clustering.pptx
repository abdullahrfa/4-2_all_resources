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8.xml"/>
  <Override ContentType="application/vnd.openxmlformats-officedocument.theme+xml" PartName="/ppt/theme/theme9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5"/>
    <p:sldMasterId id="2147483661" r:id="rId6"/>
    <p:sldMasterId id="2147483662" r:id="rId7"/>
    <p:sldMasterId id="2147483663" r:id="rId8"/>
    <p:sldMasterId id="2147483664" r:id="rId9"/>
    <p:sldMasterId id="2147483665" r:id="rId10"/>
    <p:sldMasterId id="2147483666" r:id="rId11"/>
  </p:sldMasterIdLst>
  <p:notesMasterIdLst>
    <p:notesMasterId r:id="rId12"/>
  </p:notes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</p:sldIdLst>
  <p:sldSz cy="6858000" cx="9144000"/>
  <p:notesSz cx="7010400" cy="92964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8.xml"/><Relationship Id="rId11" Type="http://schemas.openxmlformats.org/officeDocument/2006/relationships/slideMaster" Target="slideMasters/slideMaster8.xml"/><Relationship Id="rId22" Type="http://schemas.openxmlformats.org/officeDocument/2006/relationships/slide" Target="slides/slide10.xml"/><Relationship Id="rId10" Type="http://schemas.openxmlformats.org/officeDocument/2006/relationships/slideMaster" Target="slideMasters/slideMaster7.xml"/><Relationship Id="rId21" Type="http://schemas.openxmlformats.org/officeDocument/2006/relationships/slide" Target="slides/slide9.xml"/><Relationship Id="rId13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5" Type="http://schemas.openxmlformats.org/officeDocument/2006/relationships/slide" Target="slides/slide3.xml"/><Relationship Id="rId14" Type="http://schemas.openxmlformats.org/officeDocument/2006/relationships/slide" Target="slides/slide2.xml"/><Relationship Id="rId17" Type="http://schemas.openxmlformats.org/officeDocument/2006/relationships/slide" Target="slides/slide5.xml"/><Relationship Id="rId16" Type="http://schemas.openxmlformats.org/officeDocument/2006/relationships/slide" Target="slides/slide4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7.xml"/><Relationship Id="rId6" Type="http://schemas.openxmlformats.org/officeDocument/2006/relationships/slideMaster" Target="slideMasters/slideMaster3.xml"/><Relationship Id="rId18" Type="http://schemas.openxmlformats.org/officeDocument/2006/relationships/slide" Target="slides/slide6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70337" y="0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29675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70337" y="8829675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3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4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5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:notes"/>
          <p:cNvSpPr txBox="1"/>
          <p:nvPr>
            <p:ph idx="1" type="body"/>
          </p:nvPr>
        </p:nvSpPr>
        <p:spPr>
          <a:xfrm>
            <a:off x="701675" y="4416425"/>
            <a:ext cx="5607050" cy="41830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:notes"/>
          <p:cNvSpPr/>
          <p:nvPr>
            <p:ph idx="2" type="sldImg"/>
          </p:nvPr>
        </p:nvSpPr>
        <p:spPr>
          <a:xfrm>
            <a:off x="1181100" y="696912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"/>
          <p:cNvSpPr txBox="1"/>
          <p:nvPr>
            <p:ph type="ctrTitle"/>
          </p:nvPr>
        </p:nvSpPr>
        <p:spPr>
          <a:xfrm>
            <a:off x="685800" y="1752601"/>
            <a:ext cx="7772400" cy="18297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sz="48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" type="subTitle"/>
          </p:nvPr>
        </p:nvSpPr>
        <p:spPr>
          <a:xfrm>
            <a:off x="685800" y="3611607"/>
            <a:ext cx="7772400" cy="1199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lvl="0" marR="64008" algn="r">
              <a:spcBef>
                <a:spcPts val="400"/>
              </a:spcBef>
              <a:spcAft>
                <a:spcPts val="0"/>
              </a:spcAft>
              <a:buSzPts val="1836"/>
              <a:buNone/>
              <a:defRPr>
                <a:solidFill>
                  <a:schemeClr val="dk2"/>
                </a:solidFill>
              </a:defRPr>
            </a:lvl1pPr>
            <a:lvl2pPr lvl="1" algn="ctr">
              <a:spcBef>
                <a:spcPts val="325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4" name="Google Shape;24;p2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E8F0F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6324" lvl="0" marL="457200" algn="l">
              <a:spcBef>
                <a:spcPts val="400"/>
              </a:spcBef>
              <a:spcAft>
                <a:spcPts val="0"/>
              </a:spcAft>
              <a:buSzPts val="1224"/>
              <a:buChar char="🞂"/>
              <a:defRPr/>
            </a:lvl1pPr>
            <a:lvl2pPr indent="-342900" lvl="1" marL="914400" algn="l">
              <a:spcBef>
                <a:spcPts val="325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/>
          <p:nvPr>
            <p:ph type="title"/>
          </p:nvPr>
        </p:nvSpPr>
        <p:spPr>
          <a:xfrm rot="5400000">
            <a:off x="4936367" y="2182286"/>
            <a:ext cx="5592761" cy="1777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" type="body"/>
          </p:nvPr>
        </p:nvSpPr>
        <p:spPr>
          <a:xfrm rot="5400000">
            <a:off x="823120" y="-91279"/>
            <a:ext cx="5592760" cy="6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6324" lvl="0" marL="457200" algn="l">
              <a:spcBef>
                <a:spcPts val="400"/>
              </a:spcBef>
              <a:spcAft>
                <a:spcPts val="0"/>
              </a:spcAft>
              <a:buSzPts val="1224"/>
              <a:buChar char="🞂"/>
              <a:defRPr/>
            </a:lvl1pPr>
            <a:lvl2pPr indent="-342900" lvl="1" marL="914400" algn="l">
              <a:spcBef>
                <a:spcPts val="325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" type="body"/>
          </p:nvPr>
        </p:nvSpPr>
        <p:spPr>
          <a:xfrm rot="5400000">
            <a:off x="2378965" y="-440435"/>
            <a:ext cx="4386071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6324" lvl="0" marL="457200" algn="l">
              <a:spcBef>
                <a:spcPts val="400"/>
              </a:spcBef>
              <a:spcAft>
                <a:spcPts val="0"/>
              </a:spcAft>
              <a:buSzPts val="1224"/>
              <a:buChar char="🞂"/>
              <a:defRPr/>
            </a:lvl1pPr>
            <a:lvl2pPr indent="-342900" lvl="1" marL="914400" algn="l">
              <a:spcBef>
                <a:spcPts val="325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"/>
          <p:cNvSpPr txBox="1"/>
          <p:nvPr>
            <p:ph type="title"/>
          </p:nvPr>
        </p:nvSpPr>
        <p:spPr>
          <a:xfrm>
            <a:off x="722376" y="1059712"/>
            <a:ext cx="7772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Lucida Sans"/>
              <a:buNone/>
              <a:defRPr b="1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1" type="body"/>
          </p:nvPr>
        </p:nvSpPr>
        <p:spPr>
          <a:xfrm>
            <a:off x="3922713" y="2931712"/>
            <a:ext cx="4572000" cy="1454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564"/>
              <a:buNone/>
              <a:defRPr sz="23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325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4" name="Google Shape;74;p9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9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"/>
          <p:cNvSpPr txBox="1"/>
          <p:nvPr>
            <p:ph idx="1" type="body"/>
          </p:nvPr>
        </p:nvSpPr>
        <p:spPr>
          <a:xfrm>
            <a:off x="457200" y="1481328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9504" lvl="0" marL="457200" algn="l">
              <a:spcBef>
                <a:spcPts val="400"/>
              </a:spcBef>
              <a:spcAft>
                <a:spcPts val="0"/>
              </a:spcAft>
              <a:buSzPts val="1904"/>
              <a:buChar char="🞂"/>
              <a:defRPr sz="2800"/>
            </a:lvl1pPr>
            <a:lvl2pPr indent="-381000" lvl="1" marL="914400" algn="l">
              <a:spcBef>
                <a:spcPts val="325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9" name="Google Shape;89;p11"/>
          <p:cNvSpPr txBox="1"/>
          <p:nvPr>
            <p:ph idx="2" type="body"/>
          </p:nvPr>
        </p:nvSpPr>
        <p:spPr>
          <a:xfrm>
            <a:off x="4648200" y="1481328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9504" lvl="0" marL="457200" algn="l">
              <a:spcBef>
                <a:spcPts val="400"/>
              </a:spcBef>
              <a:spcAft>
                <a:spcPts val="0"/>
              </a:spcAft>
              <a:buSzPts val="1904"/>
              <a:buChar char="🞂"/>
              <a:defRPr sz="2800"/>
            </a:lvl1pPr>
            <a:lvl2pPr indent="-381000" lvl="1" marL="914400" algn="l">
              <a:spcBef>
                <a:spcPts val="325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1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1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1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 type="twoTxTwoObj">
  <p:cSld name="TWO_OBJECTS_WITH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 txBox="1"/>
          <p:nvPr>
            <p:ph type="title"/>
          </p:nvPr>
        </p:nvSpPr>
        <p:spPr>
          <a:xfrm>
            <a:off x="457200" y="2730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3"/>
          <p:cNvSpPr txBox="1"/>
          <p:nvPr>
            <p:ph idx="1" type="body"/>
          </p:nvPr>
        </p:nvSpPr>
        <p:spPr>
          <a:xfrm>
            <a:off x="457200" y="5410200"/>
            <a:ext cx="4040188" cy="762000"/>
          </a:xfrm>
          <a:prstGeom prst="rect">
            <a:avLst/>
          </a:prstGeom>
          <a:solidFill>
            <a:schemeClr val="accent1"/>
          </a:solidFill>
          <a:ln cap="flat" cmpd="sng" w="96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632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325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3" name="Google Shape;103;p13"/>
          <p:cNvSpPr txBox="1"/>
          <p:nvPr>
            <p:ph idx="2" type="body"/>
          </p:nvPr>
        </p:nvSpPr>
        <p:spPr>
          <a:xfrm>
            <a:off x="4645026" y="5410200"/>
            <a:ext cx="4041775" cy="762000"/>
          </a:xfrm>
          <a:prstGeom prst="rect">
            <a:avLst/>
          </a:prstGeom>
          <a:solidFill>
            <a:schemeClr val="accent1"/>
          </a:solidFill>
          <a:ln cap="flat" cmpd="sng" w="96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632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325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4" name="Google Shape;104;p13"/>
          <p:cNvSpPr txBox="1"/>
          <p:nvPr>
            <p:ph idx="3" type="body"/>
          </p:nvPr>
        </p:nvSpPr>
        <p:spPr>
          <a:xfrm>
            <a:off x="457200" y="1444294"/>
            <a:ext cx="4040188" cy="394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2232" lvl="0" marL="457200" algn="l">
              <a:spcBef>
                <a:spcPts val="400"/>
              </a:spcBef>
              <a:spcAft>
                <a:spcPts val="0"/>
              </a:spcAft>
              <a:buSzPts val="1632"/>
              <a:buChar char="🞂"/>
              <a:defRPr sz="2400"/>
            </a:lvl1pPr>
            <a:lvl2pPr indent="-355600" lvl="1" marL="914400" algn="l">
              <a:spcBef>
                <a:spcPts val="325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spcBef>
                <a:spcPts val="35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spcBef>
                <a:spcPts val="35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5" name="Google Shape;105;p13"/>
          <p:cNvSpPr txBox="1"/>
          <p:nvPr>
            <p:ph idx="4" type="body"/>
          </p:nvPr>
        </p:nvSpPr>
        <p:spPr>
          <a:xfrm>
            <a:off x="4645025" y="1444294"/>
            <a:ext cx="4041775" cy="394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2232" lvl="0" marL="457200" algn="l">
              <a:spcBef>
                <a:spcPts val="0"/>
              </a:spcBef>
              <a:spcAft>
                <a:spcPts val="0"/>
              </a:spcAft>
              <a:buSzPts val="1632"/>
              <a:buChar char="🞂"/>
              <a:defRPr sz="2400"/>
            </a:lvl1pPr>
            <a:lvl2pPr indent="-355600" lvl="1" marL="914400" algn="l">
              <a:spcBef>
                <a:spcPts val="325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spcBef>
                <a:spcPts val="35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spcBef>
                <a:spcPts val="35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6" name="Google Shape;106;p13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3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3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5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5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5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 txBox="1"/>
          <p:nvPr>
            <p:ph type="title"/>
          </p:nvPr>
        </p:nvSpPr>
        <p:spPr>
          <a:xfrm>
            <a:off x="914400" y="4876800"/>
            <a:ext cx="74817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Lucida Sans"/>
              <a:buNone/>
              <a:defRPr b="0" sz="25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7"/>
          <p:cNvSpPr txBox="1"/>
          <p:nvPr>
            <p:ph idx="1" type="body"/>
          </p:nvPr>
        </p:nvSpPr>
        <p:spPr>
          <a:xfrm>
            <a:off x="4419600" y="5355102"/>
            <a:ext cx="397459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spcBef>
                <a:spcPts val="400"/>
              </a:spcBef>
              <a:spcAft>
                <a:spcPts val="0"/>
              </a:spcAft>
              <a:buSzPts val="1088"/>
              <a:buNone/>
              <a:defRPr sz="1600"/>
            </a:lvl1pPr>
            <a:lvl2pPr indent="-228600" lvl="1" marL="914400" algn="l">
              <a:spcBef>
                <a:spcPts val="325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900"/>
              <a:buNone/>
              <a:defRPr sz="9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33" name="Google Shape;133;p17"/>
          <p:cNvSpPr txBox="1"/>
          <p:nvPr>
            <p:ph idx="2" type="body"/>
          </p:nvPr>
        </p:nvSpPr>
        <p:spPr>
          <a:xfrm>
            <a:off x="914400" y="274320"/>
            <a:ext cx="7479792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6776" lvl="0" marL="457200" algn="l">
              <a:spcBef>
                <a:spcPts val="400"/>
              </a:spcBef>
              <a:spcAft>
                <a:spcPts val="0"/>
              </a:spcAft>
              <a:buSzPts val="2176"/>
              <a:buChar char="🞂"/>
              <a:defRPr sz="3200"/>
            </a:lvl1pPr>
            <a:lvl2pPr indent="-406400" lvl="1" marL="914400" algn="l">
              <a:spcBef>
                <a:spcPts val="325"/>
              </a:spcBef>
              <a:spcAft>
                <a:spcPts val="0"/>
              </a:spcAft>
              <a:buSzPts val="2800"/>
              <a:buChar char="◦"/>
              <a:defRPr sz="2800"/>
            </a:lvl2pPr>
            <a:lvl3pPr indent="-381000" lvl="2" marL="1371600" algn="l">
              <a:spcBef>
                <a:spcPts val="350"/>
              </a:spcBef>
              <a:spcAft>
                <a:spcPts val="0"/>
              </a:spcAft>
              <a:buSzPts val="2400"/>
              <a:buChar char="●"/>
              <a:defRPr sz="2400"/>
            </a:lvl3pPr>
            <a:lvl4pPr indent="-355600" lvl="3" marL="1828800" algn="l"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34" name="Google Shape;134;p17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7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7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"/>
          <p:cNvSpPr txBox="1"/>
          <p:nvPr>
            <p:ph idx="1" type="body"/>
          </p:nvPr>
        </p:nvSpPr>
        <p:spPr>
          <a:xfrm>
            <a:off x="1141232" y="5443402"/>
            <a:ext cx="7162800" cy="648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indent="-228600" lvl="0" marL="457200" marR="18288" algn="r">
              <a:spcBef>
                <a:spcPts val="400"/>
              </a:spcBef>
              <a:spcAft>
                <a:spcPts val="0"/>
              </a:spcAft>
              <a:buSzPts val="952"/>
              <a:buNone/>
              <a:defRPr sz="1400"/>
            </a:lvl1pPr>
            <a:lvl2pPr indent="-304800" lvl="1" marL="914400" algn="l">
              <a:spcBef>
                <a:spcPts val="325"/>
              </a:spcBef>
              <a:spcAft>
                <a:spcPts val="0"/>
              </a:spcAft>
              <a:buSzPts val="1200"/>
              <a:buChar char="◦"/>
              <a:defRPr sz="1200"/>
            </a:lvl2pPr>
            <a:lvl3pPr indent="-292100" lvl="2" marL="1371600" algn="l">
              <a:spcBef>
                <a:spcPts val="350"/>
              </a:spcBef>
              <a:spcAft>
                <a:spcPts val="0"/>
              </a:spcAft>
              <a:buSzPts val="1000"/>
              <a:buChar char="●"/>
              <a:defRPr sz="1000"/>
            </a:lvl3pPr>
            <a:lvl4pPr indent="-285750" lvl="3" marL="1828800" algn="l">
              <a:spcBef>
                <a:spcPts val="35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algn="l">
              <a:spcBef>
                <a:spcPts val="350"/>
              </a:spcBef>
              <a:spcAft>
                <a:spcPts val="0"/>
              </a:spcAft>
              <a:buSzPts val="900"/>
              <a:buChar char="●"/>
              <a:defRPr sz="9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51" name="Google Shape;151;p19"/>
          <p:cNvSpPr/>
          <p:nvPr>
            <p:ph idx="2" type="pic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19"/>
          <p:cNvSpPr txBox="1"/>
          <p:nvPr>
            <p:ph type="title"/>
          </p:nvPr>
        </p:nvSpPr>
        <p:spPr>
          <a:xfrm>
            <a:off x="228600" y="4865122"/>
            <a:ext cx="8075432" cy="562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Lucida Sans"/>
              <a:buNone/>
              <a:defRPr b="0" sz="30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9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19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9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theme" Target="../theme/theme4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5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4.jpg"/><Relationship Id="rId2" Type="http://schemas.openxmlformats.org/officeDocument/2006/relationships/image" Target="../media/image3.jp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6.xml"/><Relationship Id="rId5" Type="http://schemas.openxmlformats.org/officeDocument/2006/relationships/theme" Target="../theme/theme6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image" Target="../media/image4.jpg"/><Relationship Id="rId2" Type="http://schemas.openxmlformats.org/officeDocument/2006/relationships/image" Target="../media/image3.jp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7.xml"/><Relationship Id="rId5" Type="http://schemas.openxmlformats.org/officeDocument/2006/relationships/theme" Target="../theme/theme9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image" Target="../media/image5.jpg"/><Relationship Id="rId2" Type="http://schemas.openxmlformats.org/officeDocument/2006/relationships/slideLayout" Target="../slideLayouts/slideLayout8.xml"/><Relationship Id="rId3" Type="http://schemas.openxmlformats.org/officeDocument/2006/relationships/theme" Target="../theme/theme7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image" Target="../media/image4.jpg"/><Relationship Id="rId2" Type="http://schemas.openxmlformats.org/officeDocument/2006/relationships/image" Target="../media/image3.jp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9.xml"/><Relationship Id="rId5" Type="http://schemas.openxmlformats.org/officeDocument/2006/relationships/theme" Target="../theme/theme2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image" Target="../media/image5.jpg"/><Relationship Id="rId2" Type="http://schemas.openxmlformats.org/officeDocument/2006/relationships/slideLayout" Target="../slideLayouts/slideLayout10.xml"/><Relationship Id="rId3" Type="http://schemas.openxmlformats.org/officeDocument/2006/relationships/theme" Target="../theme/theme1.xml"/></Relationships>
</file>

<file path=ppt/slideMasters/_rels/slideMaster8.xml.rels><?xml version="1.0" encoding="UTF-8" standalone="yes"?><Relationships xmlns="http://schemas.openxmlformats.org/package/2006/relationships"><Relationship Id="rId1" Type="http://schemas.openxmlformats.org/officeDocument/2006/relationships/image" Target="../media/image4.jpg"/><Relationship Id="rId2" Type="http://schemas.openxmlformats.org/officeDocument/2006/relationships/image" Target="../media/image3.jp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1.xml"/><Relationship Id="rId5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>
            <a:gsLst>
              <a:gs pos="0">
                <a:srgbClr val="007897"/>
              </a:gs>
              <a:gs pos="55000">
                <a:srgbClr val="4ABBE0"/>
              </a:gs>
              <a:gs pos="100000">
                <a:srgbClr val="007897"/>
              </a:gs>
            </a:gsLst>
            <a:lin ang="3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1"/>
          <p:cNvGrpSpPr/>
          <p:nvPr/>
        </p:nvGrpSpPr>
        <p:grpSpPr>
          <a:xfrm>
            <a:off x="-12192" y="4953000"/>
            <a:ext cx="9162288" cy="1911350"/>
            <a:chOff x="-12783" y="4832896"/>
            <a:chExt cx="9162879" cy="2032192"/>
          </a:xfrm>
        </p:grpSpPr>
        <p:sp>
          <p:nvSpPr>
            <p:cNvPr id="12" name="Google Shape;12;p1"/>
            <p:cNvSpPr/>
            <p:nvPr/>
          </p:nvSpPr>
          <p:spPr>
            <a:xfrm>
              <a:off x="1687032" y="4832896"/>
              <a:ext cx="7456968" cy="518176"/>
            </a:xfrm>
            <a:custGeom>
              <a:rect b="b" l="l" r="r" t="t"/>
              <a:pathLst>
                <a:path extrusionOk="0" h="367" w="469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rgbClr val="9FCBDC">
                <a:alpha val="39607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35926" y="5135025"/>
              <a:ext cx="9108074" cy="838869"/>
            </a:xfrm>
            <a:custGeom>
              <a:rect b="b" l="l" r="r" t="t"/>
              <a:pathLst>
                <a:path extrusionOk="0" h="528" w="5760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0" y="4883888"/>
              <a:ext cx="9144000" cy="1981200"/>
            </a:xfrm>
            <a:custGeom>
              <a:rect b="b" l="l" r="r" t="t"/>
              <a:pathLst>
                <a:path extrusionOk="0" h="1248" w="5760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">
                <a:alphaModFix amt="50000"/>
              </a:blip>
              <a:tile algn="t" flip="none" tx="0" sx="50000" ty="0" sy="50000"/>
            </a:blip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  <p:pic>
          <p:nvPicPr>
            <p:cNvPr id="15" name="Google Shape;15;p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12783" y="4875025"/>
              <a:ext cx="9162879" cy="85554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7" name="Google Shape;17;p1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55600" lvl="4" marL="22860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8" name="Google Shape;18;p1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1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rgbClr val="E8F0F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1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/>
          <p:nvPr/>
        </p:nvSpPr>
        <p:spPr>
          <a:xfrm>
            <a:off x="715962" y="5002212"/>
            <a:ext cx="3802062" cy="1443037"/>
          </a:xfrm>
          <a:custGeom>
            <a:rect b="b" l="l" r="r" t="t"/>
            <a:pathLst>
              <a:path extrusionOk="0" h="528" w="5760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rgbClr val="9FCBDC">
              <a:alpha val="3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-53975" y="5784850"/>
            <a:ext cx="3802062" cy="838200"/>
          </a:xfrm>
          <a:custGeom>
            <a:rect b="b" l="l" r="r" t="t"/>
            <a:pathLst>
              <a:path extrusionOk="0" h="528" w="5760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-6042" y="5791253"/>
            <a:ext cx="3402314" cy="1080868"/>
          </a:xfrm>
          <a:prstGeom prst="rtTriangle">
            <a:avLst/>
          </a:prstGeom>
          <a:blipFill rotWithShape="1">
            <a:blip r:embed="rId1">
              <a:alphaModFix amt="50000"/>
            </a:blip>
            <a:tile algn="t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31" name="Google Shape;31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9050" y="5778500"/>
            <a:ext cx="3421062" cy="109855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55600" lvl="4" marL="22860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34" name="Google Shape;34;p3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3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3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/>
          <p:nvPr/>
        </p:nvSpPr>
        <p:spPr>
          <a:xfrm>
            <a:off x="715962" y="5002212"/>
            <a:ext cx="3802062" cy="1443037"/>
          </a:xfrm>
          <a:custGeom>
            <a:rect b="b" l="l" r="r" t="t"/>
            <a:pathLst>
              <a:path extrusionOk="0" h="528" w="5760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rgbClr val="9FCBDC">
              <a:alpha val="3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8"/>
          <p:cNvSpPr/>
          <p:nvPr/>
        </p:nvSpPr>
        <p:spPr>
          <a:xfrm>
            <a:off x="-53975" y="5784850"/>
            <a:ext cx="3802062" cy="838200"/>
          </a:xfrm>
          <a:custGeom>
            <a:rect b="b" l="l" r="r" t="t"/>
            <a:pathLst>
              <a:path extrusionOk="0" h="528" w="5760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8"/>
          <p:cNvSpPr/>
          <p:nvPr/>
        </p:nvSpPr>
        <p:spPr>
          <a:xfrm>
            <a:off x="-6042" y="5791253"/>
            <a:ext cx="3402314" cy="1080868"/>
          </a:xfrm>
          <a:prstGeom prst="rtTriangle">
            <a:avLst/>
          </a:prstGeom>
          <a:blipFill rotWithShape="1">
            <a:blip r:embed="rId2">
              <a:alphaModFix amt="50000"/>
            </a:blip>
            <a:tile algn="t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63" name="Google Shape;6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050" y="5778500"/>
            <a:ext cx="3421062" cy="109855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8"/>
          <p:cNvSpPr/>
          <p:nvPr/>
        </p:nvSpPr>
        <p:spPr>
          <a:xfrm>
            <a:off x="3636962" y="3005137"/>
            <a:ext cx="182562" cy="228600"/>
          </a:xfrm>
          <a:prstGeom prst="chevron">
            <a:avLst>
              <a:gd fmla="val 10800" name="adj"/>
            </a:avLst>
          </a:prstGeom>
          <a:gradFill>
            <a:gsLst>
              <a:gs pos="0">
                <a:srgbClr val="1389A6"/>
              </a:gs>
              <a:gs pos="72000">
                <a:srgbClr val="50B8DA"/>
              </a:gs>
              <a:gs pos="100000">
                <a:srgbClr val="7FC4DD"/>
              </a:gs>
            </a:gsLst>
            <a:lin ang="16200000" scaled="0"/>
          </a:gradFill>
          <a:ln cap="rnd" cmpd="sng" w="9525">
            <a:solidFill>
              <a:srgbClr val="1E768C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3449637" y="3005137"/>
            <a:ext cx="184150" cy="228600"/>
          </a:xfrm>
          <a:prstGeom prst="chevron">
            <a:avLst>
              <a:gd fmla="val 10800" name="adj"/>
            </a:avLst>
          </a:prstGeom>
          <a:gradFill>
            <a:gsLst>
              <a:gs pos="0">
                <a:srgbClr val="1389A6"/>
              </a:gs>
              <a:gs pos="72000">
                <a:srgbClr val="50B8DA"/>
              </a:gs>
              <a:gs pos="100000">
                <a:srgbClr val="7FC4DD"/>
              </a:gs>
            </a:gsLst>
            <a:lin ang="16200000" scaled="0"/>
          </a:gradFill>
          <a:ln cap="rnd" cmpd="sng" w="9525">
            <a:solidFill>
              <a:srgbClr val="1E768C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67" name="Google Shape;67;p8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55600" lvl="4" marL="22860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68" name="Google Shape;68;p8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8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8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/>
          <p:nvPr/>
        </p:nvSpPr>
        <p:spPr>
          <a:xfrm>
            <a:off x="715962" y="5002212"/>
            <a:ext cx="3802062" cy="1443037"/>
          </a:xfrm>
          <a:custGeom>
            <a:rect b="b" l="l" r="r" t="t"/>
            <a:pathLst>
              <a:path extrusionOk="0" h="528" w="5760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rgbClr val="9FCBDC">
              <a:alpha val="3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0"/>
          <p:cNvSpPr/>
          <p:nvPr/>
        </p:nvSpPr>
        <p:spPr>
          <a:xfrm>
            <a:off x="-53975" y="5784850"/>
            <a:ext cx="3802062" cy="838200"/>
          </a:xfrm>
          <a:custGeom>
            <a:rect b="b" l="l" r="r" t="t"/>
            <a:pathLst>
              <a:path extrusionOk="0" h="528" w="5760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0"/>
          <p:cNvSpPr/>
          <p:nvPr/>
        </p:nvSpPr>
        <p:spPr>
          <a:xfrm>
            <a:off x="-6042" y="5791253"/>
            <a:ext cx="3402314" cy="1080868"/>
          </a:xfrm>
          <a:prstGeom prst="rtTriangle">
            <a:avLst/>
          </a:prstGeom>
          <a:blipFill rotWithShape="1">
            <a:blip r:embed="rId2">
              <a:alphaModFix amt="50000"/>
            </a:blip>
            <a:tile algn="t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81" name="Google Shape;8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050" y="5778500"/>
            <a:ext cx="3421062" cy="109855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83" name="Google Shape;83;p10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55600" lvl="4" marL="22860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84" name="Google Shape;84;p10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p10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10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96" name="Google Shape;96;p12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55600" lvl="4" marL="22860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97" name="Google Shape;97;p12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12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9" name="Google Shape;99;p12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/>
          <p:nvPr/>
        </p:nvSpPr>
        <p:spPr>
          <a:xfrm>
            <a:off x="715962" y="5002212"/>
            <a:ext cx="3802062" cy="1443037"/>
          </a:xfrm>
          <a:custGeom>
            <a:rect b="b" l="l" r="r" t="t"/>
            <a:pathLst>
              <a:path extrusionOk="0" h="528" w="5760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rgbClr val="9FCBDC">
              <a:alpha val="3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-53975" y="5784850"/>
            <a:ext cx="3802062" cy="838200"/>
          </a:xfrm>
          <a:custGeom>
            <a:rect b="b" l="l" r="r" t="t"/>
            <a:pathLst>
              <a:path extrusionOk="0" h="528" w="5760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-6042" y="5791253"/>
            <a:ext cx="3402314" cy="1080868"/>
          </a:xfrm>
          <a:prstGeom prst="rtTriangle">
            <a:avLst/>
          </a:prstGeom>
          <a:blipFill rotWithShape="1">
            <a:blip r:embed="rId2">
              <a:alphaModFix amt="50000"/>
            </a:blip>
            <a:tile algn="t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113" name="Google Shape;11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050" y="5778500"/>
            <a:ext cx="3421062" cy="109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15" name="Google Shape;115;p14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55600" lvl="4" marL="22860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16" name="Google Shape;116;p14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7" name="Google Shape;117;p14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8" name="Google Shape;118;p14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26" name="Google Shape;126;p16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55600" lvl="4" marL="22860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27" name="Google Shape;127;p16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8" name="Google Shape;128;p16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9" name="Google Shape;129;p16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/>
          <p:nvPr/>
        </p:nvSpPr>
        <p:spPr>
          <a:xfrm>
            <a:off x="715962" y="5002212"/>
            <a:ext cx="3802062" cy="1443037"/>
          </a:xfrm>
          <a:custGeom>
            <a:rect b="b" l="l" r="r" t="t"/>
            <a:pathLst>
              <a:path extrusionOk="0" h="528" w="5760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rgbClr val="9FCBDC">
              <a:alpha val="3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-53975" y="5784850"/>
            <a:ext cx="3802062" cy="838200"/>
          </a:xfrm>
          <a:custGeom>
            <a:rect b="b" l="l" r="r" t="t"/>
            <a:pathLst>
              <a:path extrusionOk="0" h="528" w="5760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-6042" y="5791253"/>
            <a:ext cx="3402314" cy="1080868"/>
          </a:xfrm>
          <a:prstGeom prst="rtTriangle">
            <a:avLst/>
          </a:prstGeom>
          <a:blipFill rotWithShape="1">
            <a:blip r:embed="rId2">
              <a:alphaModFix amt="50000"/>
            </a:blip>
            <a:tile algn="t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141" name="Google Shape;14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050" y="5778500"/>
            <a:ext cx="3421062" cy="109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/>
          <p:nvPr/>
        </p:nvSpPr>
        <p:spPr>
          <a:xfrm>
            <a:off x="8664575" y="4987925"/>
            <a:ext cx="182562" cy="228600"/>
          </a:xfrm>
          <a:prstGeom prst="chevron">
            <a:avLst>
              <a:gd fmla="val 10800" name="adj"/>
            </a:avLst>
          </a:prstGeom>
          <a:gradFill>
            <a:gsLst>
              <a:gs pos="0">
                <a:srgbClr val="1389A6"/>
              </a:gs>
              <a:gs pos="72000">
                <a:srgbClr val="50B8DA"/>
              </a:gs>
              <a:gs pos="100000">
                <a:srgbClr val="7FC4DD"/>
              </a:gs>
            </a:gsLst>
            <a:lin ang="16200000" scaled="0"/>
          </a:gradFill>
          <a:ln cap="rnd" cmpd="sng" w="9525">
            <a:solidFill>
              <a:srgbClr val="1E768C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8477250" y="4987925"/>
            <a:ext cx="182562" cy="228600"/>
          </a:xfrm>
          <a:prstGeom prst="chevron">
            <a:avLst>
              <a:gd fmla="val 10800" name="adj"/>
            </a:avLst>
          </a:prstGeom>
          <a:gradFill>
            <a:gsLst>
              <a:gs pos="0">
                <a:srgbClr val="1389A6"/>
              </a:gs>
              <a:gs pos="72000">
                <a:srgbClr val="50B8DA"/>
              </a:gs>
              <a:gs pos="100000">
                <a:srgbClr val="7FC4DD"/>
              </a:gs>
            </a:gsLst>
            <a:lin ang="16200000" scaled="0"/>
          </a:gradFill>
          <a:ln cap="rnd" cmpd="sng" w="9525">
            <a:solidFill>
              <a:srgbClr val="1E768C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45" name="Google Shape;145;p18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55600" lvl="4" marL="22860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46" name="Google Shape;146;p18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7" name="Google Shape;147;p18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8" name="Google Shape;148;p18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 txBox="1"/>
          <p:nvPr>
            <p:ph idx="4294967295" type="ctrTitle"/>
          </p:nvPr>
        </p:nvSpPr>
        <p:spPr>
          <a:xfrm>
            <a:off x="6096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ucida Sans"/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Data Mining  </a:t>
            </a:r>
            <a:endParaRPr b="1" i="0" sz="2400" u="none" cap="none" strike="noStrike">
              <a:solidFill>
                <a:schemeClr val="dk2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61" name="Google Shape;161;p20"/>
          <p:cNvSpPr txBox="1"/>
          <p:nvPr/>
        </p:nvSpPr>
        <p:spPr>
          <a:xfrm>
            <a:off x="457200" y="1066800"/>
            <a:ext cx="822960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Reference Books: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1) Introduction to Data Mining</a:t>
            </a:r>
            <a:r>
              <a:rPr b="1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1" baseline="3000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Author: P N Tan, M Steinbach and V Kumar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2) Data Mining: Concepts and Techniques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Author: J Han and M Kamber</a:t>
            </a:r>
            <a:endParaRPr b="1" i="0" sz="1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62" name="Google Shape;162;p20"/>
          <p:cNvSpPr txBox="1"/>
          <p:nvPr/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 txBox="1"/>
          <p:nvPr/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68" name="Google Shape;168;p21"/>
          <p:cNvSpPr txBox="1"/>
          <p:nvPr/>
        </p:nvSpPr>
        <p:spPr>
          <a:xfrm>
            <a:off x="381000" y="76200"/>
            <a:ext cx="8229600" cy="407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Cluster Analysis</a:t>
            </a:r>
            <a:endParaRPr/>
          </a:p>
        </p:txBody>
      </p:sp>
      <p:sp>
        <p:nvSpPr>
          <p:cNvPr id="169" name="Google Shape;169;p21"/>
          <p:cNvSpPr txBox="1"/>
          <p:nvPr/>
        </p:nvSpPr>
        <p:spPr>
          <a:xfrm>
            <a:off x="304800" y="838200"/>
            <a:ext cx="84582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125" lvl="0" marL="3651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ucida Sans"/>
              <a:buNone/>
            </a:pPr>
            <a:r>
              <a:rPr b="1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Clustering</a:t>
            </a:r>
            <a:endParaRPr/>
          </a:p>
          <a:p>
            <a:pPr indent="-365125" lvl="0" marL="365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Classes, or conceptually meaningful groups of objects that share common characteristics, play an important role in how people analyze and describe the world.</a:t>
            </a:r>
            <a:endParaRPr/>
          </a:p>
          <a:p>
            <a:pPr indent="-365125" lvl="0" marL="365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It is a technique which involves dividing objects into groups </a:t>
            </a:r>
            <a:endParaRPr/>
          </a:p>
          <a:p>
            <a:pPr indent="-365125" lvl="0" marL="365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65125" lvl="0" marL="365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ucida Sans"/>
              <a:buNone/>
            </a:pPr>
            <a:r>
              <a:rPr b="1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Cluster Analysis</a:t>
            </a:r>
            <a:endParaRPr/>
          </a:p>
          <a:p>
            <a:pPr indent="-365125" lvl="0" marL="365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It groups data objects based only on information found in the data that describes the objects and their relationships</a:t>
            </a:r>
            <a:endParaRPr/>
          </a:p>
          <a:p>
            <a:pPr indent="-365125" lvl="0" marL="365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The objects within a group be similar to one another and different from the objects in other groups</a:t>
            </a:r>
            <a:endParaRPr/>
          </a:p>
          <a:p>
            <a:pPr indent="-365125" lvl="0" marL="365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The greater the similarity within a group and the greater the differences between groups, the better the clustering.</a:t>
            </a:r>
            <a:endParaRPr/>
          </a:p>
          <a:p>
            <a:pPr indent="-365125" lvl="0" marL="365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It is the study of techniques for automatically finding classes </a:t>
            </a:r>
            <a:endParaRPr/>
          </a:p>
          <a:p>
            <a:pPr indent="-365125" lvl="0" marL="365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is the study of techniques for</a:t>
            </a: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finding the most representative cluster prototypes: summarization, compression, efficiently finding nearest neighbours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2"/>
          <p:cNvSpPr txBox="1"/>
          <p:nvPr/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75" name="Google Shape;175;p22"/>
          <p:cNvSpPr txBox="1"/>
          <p:nvPr/>
        </p:nvSpPr>
        <p:spPr>
          <a:xfrm>
            <a:off x="381000" y="76200"/>
            <a:ext cx="8229600" cy="407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Cluster Analysis</a:t>
            </a:r>
            <a:endParaRPr/>
          </a:p>
        </p:txBody>
      </p:sp>
      <p:sp>
        <p:nvSpPr>
          <p:cNvPr id="176" name="Google Shape;176;p22"/>
          <p:cNvSpPr txBox="1"/>
          <p:nvPr/>
        </p:nvSpPr>
        <p:spPr>
          <a:xfrm>
            <a:off x="381000" y="533400"/>
            <a:ext cx="8458200" cy="6240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ucida Sans"/>
              <a:buNone/>
            </a:pPr>
            <a:r>
              <a:rPr b="1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Applications</a:t>
            </a:r>
            <a:endParaRPr/>
          </a:p>
          <a:p>
            <a:pPr indent="-177800" lvl="0" marL="177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Biology: hierarchical classification of all living beings</a:t>
            </a:r>
            <a:endParaRPr/>
          </a:p>
          <a:p>
            <a:pPr indent="-177800" lvl="0" marL="177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Information retrieval: Clustering can be used to group web search results into a small number of clusters, e.g., movie, trailers, stars etc. categories can be divided into subcategories (sub-clusters).</a:t>
            </a:r>
            <a:endParaRPr/>
          </a:p>
          <a:p>
            <a:pPr indent="-177800" lvl="0" marL="177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Climate</a:t>
            </a:r>
            <a:endParaRPr/>
          </a:p>
          <a:p>
            <a:pPr indent="-177800" lvl="0" marL="177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Psychology and Medicine</a:t>
            </a:r>
            <a:endParaRPr/>
          </a:p>
          <a:p>
            <a:pPr indent="-177800" lvl="0" marL="177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Business</a:t>
            </a:r>
            <a:endParaRPr/>
          </a:p>
          <a:p>
            <a:pPr indent="-91440" lvl="0" marL="177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177800" lvl="0" marL="177800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Clustering and Classification</a:t>
            </a:r>
            <a:endParaRPr/>
          </a:p>
          <a:p>
            <a:pPr indent="-177800" lvl="0" marL="177800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▪"/>
            </a:pPr>
            <a:r>
              <a:rPr b="1" i="0" lang="en-US" sz="20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Clustering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it can be regarded as a form of classification in that it creates a labeling of objects with class (cluster)  labels; It derives these labels only from the data</a:t>
            </a:r>
            <a:endParaRPr/>
          </a:p>
          <a:p>
            <a:pPr indent="-177800" lvl="0" marL="177800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entire collection of clusters is commonly referred to as clustering</a:t>
            </a:r>
            <a:endParaRPr/>
          </a:p>
          <a:p>
            <a:pPr indent="-177800" lvl="0" marL="177800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▪"/>
            </a:pPr>
            <a:r>
              <a:rPr b="1" i="0" lang="en-US" sz="20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Classification</a:t>
            </a:r>
            <a:r>
              <a:rPr b="1" i="0" lang="en-US" sz="2000" u="none">
                <a:solidFill>
                  <a:srgbClr val="1FAECD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Unlabelled objects are assigned a class label using a model developed from objects with known class labels (training data objects).  Classification is supervised. Clustering is unsupervised classification.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"/>
          <p:cNvSpPr txBox="1"/>
          <p:nvPr/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82" name="Google Shape;182;p23"/>
          <p:cNvSpPr txBox="1"/>
          <p:nvPr/>
        </p:nvSpPr>
        <p:spPr>
          <a:xfrm>
            <a:off x="381000" y="152400"/>
            <a:ext cx="8229600" cy="407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Cluster Analysis</a:t>
            </a:r>
            <a:endParaRPr/>
          </a:p>
        </p:txBody>
      </p:sp>
      <p:sp>
        <p:nvSpPr>
          <p:cNvPr id="183" name="Google Shape;183;p23"/>
          <p:cNvSpPr txBox="1"/>
          <p:nvPr/>
        </p:nvSpPr>
        <p:spPr>
          <a:xfrm>
            <a:off x="304800" y="533400"/>
            <a:ext cx="8534400" cy="57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7337" lvl="0" marL="287337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ucida Sans"/>
              <a:buNone/>
            </a:pPr>
            <a:r>
              <a:rPr b="1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Different types of clustering</a:t>
            </a:r>
            <a:endParaRPr/>
          </a:p>
          <a:p>
            <a:pPr indent="-287337" lvl="0" marL="287337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Hierarchical versus partitional</a:t>
            </a:r>
            <a:endParaRPr/>
          </a:p>
          <a:p>
            <a:pPr indent="-287337" lvl="0" marL="287337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Exclusive versus overlapping versus fuzzy</a:t>
            </a:r>
            <a:endParaRPr/>
          </a:p>
          <a:p>
            <a:pPr indent="-287337" lvl="0" marL="287337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Complete versus partial</a:t>
            </a:r>
            <a:endParaRPr/>
          </a:p>
          <a:p>
            <a:pPr indent="-287337" lvl="0" marL="287337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87337" lvl="0" marL="287337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Hierarchical versus partitional</a:t>
            </a:r>
            <a:endParaRPr/>
          </a:p>
          <a:p>
            <a:pPr indent="-287337" lvl="0" marL="287337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Whether the set of clusters is nested or unnested</a:t>
            </a:r>
            <a:endParaRPr/>
          </a:p>
          <a:p>
            <a:pPr indent="-287337" lvl="0" marL="287337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337" lvl="0" marL="287337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Hierarchical </a:t>
            </a:r>
            <a:r>
              <a:rPr b="1" i="0" lang="en-US" sz="22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clustering</a:t>
            </a:r>
            <a:endParaRPr b="1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337" lvl="0" marL="287337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set of nested clusters that are organized as a tree </a:t>
            </a:r>
            <a:endParaRPr/>
          </a:p>
          <a:p>
            <a:pPr indent="-287337" lvl="0" marL="287337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8.1 (a), (b), (c), (d) form a hierarchical clustering with 1, 2, 4, and 6 clusters on each level.</a:t>
            </a:r>
            <a:endParaRPr/>
          </a:p>
        </p:txBody>
      </p:sp>
      <p:pic>
        <p:nvPicPr>
          <p:cNvPr id="184" name="Google Shape;18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1200" y="4724400"/>
            <a:ext cx="4924425" cy="149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4"/>
          <p:cNvSpPr txBox="1"/>
          <p:nvPr>
            <p:ph idx="1" type="body"/>
          </p:nvPr>
        </p:nvSpPr>
        <p:spPr>
          <a:xfrm>
            <a:off x="457200" y="762000"/>
            <a:ext cx="82296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32"/>
              <a:buFont typeface="Noto Sans Symbols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Partitional clustering</a:t>
            </a:r>
            <a:endParaRPr b="1" i="0" sz="2400" u="none" cap="none" strike="noStrik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177800" lvl="0" marL="177800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32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It is a division of the set of data objects into non-overlapping subsets (clusters). Each data object is in exactly one subset.</a:t>
            </a:r>
            <a:endParaRPr/>
          </a:p>
          <a:p>
            <a:pPr indent="-177800" lvl="0" marL="177800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32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Individually, each collection of clusters in Figures 8.1 (b)-(d) is a partitional clustering.</a:t>
            </a:r>
            <a:endParaRPr/>
          </a:p>
          <a:p>
            <a:pPr indent="-177800" lvl="0" marL="177800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None/>
            </a:pPr>
            <a:r>
              <a:t/>
            </a:r>
            <a:endParaRPr b="1" i="0" sz="2200" u="none" cap="none" strike="noStrik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177800" lvl="0" marL="177800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Fuzzy clustering</a:t>
            </a:r>
            <a:endParaRPr/>
          </a:p>
          <a:p>
            <a:pPr indent="-177800" lvl="0" marL="177800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Every object belongs to every cluster with a membership weight that is between 0 (absolutely does not belong) and 1 (absolutely belong)</a:t>
            </a:r>
            <a:endParaRPr/>
          </a:p>
          <a:p>
            <a:pPr indent="-177800" lvl="0" marL="177800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Clusters are treated as fuzzy sets</a:t>
            </a:r>
            <a:endParaRPr/>
          </a:p>
          <a:p>
            <a:pPr indent="-177800" lvl="0" marL="177800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Fuzzy set is one in which an object belongs to any set with a weight that is between 0 and 1.</a:t>
            </a:r>
            <a:endParaRPr/>
          </a:p>
          <a:p>
            <a:pPr indent="-177800" lvl="0" marL="177800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▪"/>
            </a:pPr>
            <a:r>
              <a:rPr b="0" i="0" lang="en-US" sz="22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In fuzzy clustering, the sum of the weights for each object must equal 1.</a:t>
            </a:r>
            <a:endParaRPr/>
          </a:p>
          <a:p>
            <a:pPr indent="-82804" lvl="0" marL="177800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160591" lvl="0" marL="365125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90" name="Google Shape;190;p24"/>
          <p:cNvSpPr txBox="1"/>
          <p:nvPr/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91" name="Google Shape;191;p24"/>
          <p:cNvSpPr txBox="1"/>
          <p:nvPr/>
        </p:nvSpPr>
        <p:spPr>
          <a:xfrm>
            <a:off x="381000" y="152400"/>
            <a:ext cx="8229600" cy="407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Cluster Analysis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5"/>
          <p:cNvSpPr txBox="1"/>
          <p:nvPr/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97" name="Google Shape;197;p25"/>
          <p:cNvSpPr txBox="1"/>
          <p:nvPr/>
        </p:nvSpPr>
        <p:spPr>
          <a:xfrm>
            <a:off x="381000" y="76200"/>
            <a:ext cx="8229600" cy="407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Cluster Analysis</a:t>
            </a:r>
            <a:endParaRPr/>
          </a:p>
        </p:txBody>
      </p:sp>
      <p:sp>
        <p:nvSpPr>
          <p:cNvPr id="198" name="Google Shape;198;p25"/>
          <p:cNvSpPr txBox="1"/>
          <p:nvPr/>
        </p:nvSpPr>
        <p:spPr>
          <a:xfrm>
            <a:off x="457200" y="685800"/>
            <a:ext cx="84582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125" lvl="0" marL="3651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 types of clusters</a:t>
            </a:r>
            <a:endParaRPr/>
          </a:p>
          <a:p>
            <a:pPr indent="-365125" lvl="0" marL="365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Well-separated</a:t>
            </a:r>
            <a:endParaRPr/>
          </a:p>
          <a:p>
            <a:pPr indent="-365125" lvl="0" marL="365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Prototype-based </a:t>
            </a:r>
            <a:endParaRPr/>
          </a:p>
          <a:p>
            <a:pPr indent="-365125" lvl="0" marL="365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Graph-based</a:t>
            </a:r>
            <a:endParaRPr/>
          </a:p>
          <a:p>
            <a:pPr indent="-365125" lvl="0" marL="365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Density-based</a:t>
            </a:r>
            <a:endParaRPr/>
          </a:p>
          <a:p>
            <a:pPr indent="-365125" lvl="0" marL="365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Shared-property</a:t>
            </a:r>
            <a:endParaRPr/>
          </a:p>
          <a:p>
            <a:pPr indent="-365125" lvl="0" marL="365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65125" lvl="0" marL="365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ucida Sans"/>
              <a:buNone/>
            </a:pPr>
            <a:r>
              <a:rPr b="1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Cluster analysis techniques</a:t>
            </a:r>
            <a:endParaRPr/>
          </a:p>
          <a:p>
            <a:pPr indent="-365125" lvl="0" marL="365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K-means</a:t>
            </a:r>
            <a:endParaRPr/>
          </a:p>
          <a:p>
            <a:pPr indent="-365125" lvl="0" marL="365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Agglomerative Hierarchical Clustering</a:t>
            </a:r>
            <a:endParaRPr/>
          </a:p>
          <a:p>
            <a:pPr indent="-365125" lvl="0" marL="365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DBSCAN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6"/>
          <p:cNvSpPr txBox="1"/>
          <p:nvPr/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04" name="Google Shape;204;p26"/>
          <p:cNvSpPr txBox="1"/>
          <p:nvPr/>
        </p:nvSpPr>
        <p:spPr>
          <a:xfrm>
            <a:off x="381000" y="76200"/>
            <a:ext cx="8229600" cy="407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Cluster Analysis</a:t>
            </a:r>
            <a:endParaRPr/>
          </a:p>
        </p:txBody>
      </p:sp>
      <p:sp>
        <p:nvSpPr>
          <p:cNvPr id="205" name="Google Shape;205;p26"/>
          <p:cNvSpPr txBox="1"/>
          <p:nvPr/>
        </p:nvSpPr>
        <p:spPr>
          <a:xfrm>
            <a:off x="457200" y="533400"/>
            <a:ext cx="84582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ucida Sans"/>
              <a:buNone/>
            </a:pPr>
            <a:r>
              <a:rPr b="1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K-means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It is a prototype-based, partitional clustering technique that attempts to find a user-specified number of clusters (K), which are represented by their centroids.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31775" lvl="0" marL="2317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ucida Sans"/>
              <a:buNone/>
            </a:pPr>
            <a:r>
              <a:rPr b="1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Basic K-means algorithm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It defines a prototype in terms of a centroid- the mean of a group of points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First, choose K initial centroids where k is a user specified parameter- number of clusters desired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Each point is then assigned to the closest centroid to form a cluster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The centroid of each cluster is then updated 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Repeat the assignment and update steps until no point changes clusters 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31775" lvl="0" marL="2317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ucida Sans"/>
              <a:buNone/>
            </a:pP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See Book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7"/>
          <p:cNvSpPr txBox="1"/>
          <p:nvPr>
            <p:ph idx="1" type="body"/>
          </p:nvPr>
        </p:nvSpPr>
        <p:spPr>
          <a:xfrm>
            <a:off x="457200" y="914400"/>
            <a:ext cx="8229600" cy="50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None/>
            </a:pPr>
            <a:r>
              <a:rPr b="1" i="0" lang="en-US" sz="2000" u="non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Basic K-means Algorithm</a:t>
            </a:r>
            <a:endParaRPr b="0" i="0" sz="20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None/>
            </a:pPr>
            <a:r>
              <a:rPr b="1" i="0" lang="en-US" sz="20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Algorithm 8.1: Basic K-means algorithm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1: Select K points as initial centroids 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2: repeat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3:    Form K-clusters by assigning each point to its closest centroid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4:    Recompute the centroid of each cluster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5: until centroids do not change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11" name="Google Shape;211;p27"/>
          <p:cNvSpPr txBox="1"/>
          <p:nvPr>
            <p:ph idx="4294967295" type="title"/>
          </p:nvPr>
        </p:nvSpPr>
        <p:spPr>
          <a:xfrm>
            <a:off x="457200" y="274638"/>
            <a:ext cx="8229600" cy="411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ucida Sans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K-means algorithm</a:t>
            </a:r>
            <a:endParaRPr b="1" i="0" sz="2400" u="none" cap="none" strike="noStrike">
              <a:solidFill>
                <a:schemeClr val="dk2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12" name="Google Shape;212;p27"/>
          <p:cNvSpPr txBox="1"/>
          <p:nvPr/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 txBox="1"/>
          <p:nvPr>
            <p:ph idx="4294967295" type="title"/>
          </p:nvPr>
        </p:nvSpPr>
        <p:spPr>
          <a:xfrm>
            <a:off x="395742" y="84138"/>
            <a:ext cx="8229600" cy="449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Lucida Sans"/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Lucida Sans"/>
                <a:ea typeface="Lucida Sans"/>
                <a:cs typeface="Lucida Sans"/>
                <a:sym typeface="Lucida Sans"/>
              </a:rPr>
              <a:t>Example</a:t>
            </a:r>
            <a:endParaRPr/>
          </a:p>
        </p:txBody>
      </p:sp>
      <p:sp>
        <p:nvSpPr>
          <p:cNvPr id="218" name="Google Shape;218;p28"/>
          <p:cNvSpPr txBox="1"/>
          <p:nvPr/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19" name="Google Shape;219;p28"/>
          <p:cNvSpPr txBox="1"/>
          <p:nvPr/>
        </p:nvSpPr>
        <p:spPr>
          <a:xfrm>
            <a:off x="228600" y="533400"/>
            <a:ext cx="8785225" cy="6240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07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ucida Sans"/>
              <a:buNone/>
            </a:pP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{12    2	100	35	-20	500	11	125	450}</a:t>
            </a:r>
            <a:endParaRPr/>
          </a:p>
          <a:p>
            <a:pPr indent="0" lvl="0" marL="107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ucida Sans"/>
              <a:buNone/>
            </a:pP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K=3	//Number of clusters</a:t>
            </a:r>
            <a:endParaRPr/>
          </a:p>
          <a:p>
            <a:pPr indent="0" lvl="0" marL="107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Lucida Sans"/>
              <a:buNone/>
            </a:pPr>
            <a:r>
              <a:rPr b="1" i="0" lang="en-US" sz="2000" u="sng">
                <a:solidFill>
                  <a:schemeClr val="accent1"/>
                </a:solidFill>
                <a:latin typeface="Lucida Sans"/>
                <a:ea typeface="Lucida Sans"/>
                <a:cs typeface="Lucida Sans"/>
                <a:sym typeface="Lucida Sans"/>
              </a:rPr>
              <a:t>Step 1:</a:t>
            </a:r>
            <a:endParaRPr/>
          </a:p>
          <a:p>
            <a:pPr indent="0" lvl="0" marL="107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Lucida Sans"/>
              <a:buNone/>
            </a:pPr>
            <a:r>
              <a:rPr b="0" i="0" lang="en-US" sz="2000" u="none">
                <a:solidFill>
                  <a:schemeClr val="accent1"/>
                </a:solidFill>
                <a:latin typeface="Lucida Sans"/>
                <a:ea typeface="Lucida Sans"/>
                <a:cs typeface="Lucida Sans"/>
                <a:sym typeface="Lucida Sans"/>
              </a:rPr>
              <a:t>C1= 35 </a:t>
            </a: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{35}</a:t>
            </a:r>
            <a:endParaRPr/>
          </a:p>
          <a:p>
            <a:pPr indent="0" lvl="0" marL="107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Lucida Sans"/>
              <a:buNone/>
            </a:pPr>
            <a:r>
              <a:rPr b="0" i="0" lang="en-US" sz="2000" u="none">
                <a:solidFill>
                  <a:schemeClr val="accent1"/>
                </a:solidFill>
                <a:latin typeface="Lucida Sans"/>
                <a:ea typeface="Lucida Sans"/>
                <a:cs typeface="Lucida Sans"/>
                <a:sym typeface="Lucida Sans"/>
              </a:rPr>
              <a:t>C2= 125 </a:t>
            </a: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{100, 500, 125, 450}</a:t>
            </a:r>
            <a:endParaRPr/>
          </a:p>
          <a:p>
            <a:pPr indent="0" lvl="0" marL="107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Lucida Sans"/>
              <a:buNone/>
            </a:pPr>
            <a:r>
              <a:rPr b="0" i="0" lang="en-US" sz="2000" u="none">
                <a:solidFill>
                  <a:schemeClr val="accent1"/>
                </a:solidFill>
                <a:latin typeface="Lucida Sans"/>
                <a:ea typeface="Lucida Sans"/>
                <a:cs typeface="Lucida Sans"/>
                <a:sym typeface="Lucida Sans"/>
              </a:rPr>
              <a:t>C3= 2 </a:t>
            </a: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{12, 2, -20, 11}</a:t>
            </a:r>
            <a:endParaRPr/>
          </a:p>
          <a:p>
            <a:pPr indent="0" lvl="0" marL="107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Lucida Sans"/>
              <a:buNone/>
            </a:pPr>
            <a:r>
              <a:rPr b="1" i="0" lang="en-US" sz="2000" u="sng">
                <a:solidFill>
                  <a:schemeClr val="accent1"/>
                </a:solidFill>
                <a:latin typeface="Lucida Sans"/>
                <a:ea typeface="Lucida Sans"/>
                <a:cs typeface="Lucida Sans"/>
                <a:sym typeface="Lucida Sans"/>
              </a:rPr>
              <a:t>Step 2:</a:t>
            </a:r>
            <a:endParaRPr/>
          </a:p>
          <a:p>
            <a:pPr indent="0" lvl="0" marL="107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ucida Sans"/>
              <a:buNone/>
            </a:pP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K=3	//Number of clusters</a:t>
            </a:r>
            <a:endParaRPr/>
          </a:p>
          <a:p>
            <a:pPr indent="0" lvl="0" marL="107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Lucida Sans"/>
              <a:buNone/>
            </a:pPr>
            <a:r>
              <a:rPr b="0" i="0" lang="en-US" sz="2000" u="none">
                <a:solidFill>
                  <a:schemeClr val="accent1"/>
                </a:solidFill>
                <a:latin typeface="Lucida Sans"/>
                <a:ea typeface="Lucida Sans"/>
                <a:cs typeface="Lucida Sans"/>
                <a:sym typeface="Lucida Sans"/>
              </a:rPr>
              <a:t>C1= 35 </a:t>
            </a: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{35, 100, 125}</a:t>
            </a:r>
            <a:endParaRPr/>
          </a:p>
          <a:p>
            <a:pPr indent="0" lvl="0" marL="107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Lucida Sans"/>
              <a:buNone/>
            </a:pPr>
            <a:r>
              <a:rPr b="0" i="0" lang="en-US" sz="2000" u="none">
                <a:solidFill>
                  <a:schemeClr val="accent1"/>
                </a:solidFill>
                <a:latin typeface="Lucida Sans"/>
                <a:ea typeface="Lucida Sans"/>
                <a:cs typeface="Lucida Sans"/>
                <a:sym typeface="Lucida Sans"/>
              </a:rPr>
              <a:t>C2= 293.5 </a:t>
            </a: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{500, 450}</a:t>
            </a:r>
            <a:endParaRPr/>
          </a:p>
          <a:p>
            <a:pPr indent="0" lvl="0" marL="107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Lucida Sans"/>
              <a:buNone/>
            </a:pPr>
            <a:r>
              <a:rPr b="0" i="0" lang="en-US" sz="2000" u="none">
                <a:solidFill>
                  <a:schemeClr val="accent1"/>
                </a:solidFill>
                <a:latin typeface="Lucida Sans"/>
                <a:ea typeface="Lucida Sans"/>
                <a:cs typeface="Lucida Sans"/>
                <a:sym typeface="Lucida Sans"/>
              </a:rPr>
              <a:t>C3= 1.25 </a:t>
            </a: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{12, 2, -20, 11}</a:t>
            </a:r>
            <a:endParaRPr/>
          </a:p>
          <a:p>
            <a:pPr indent="0" lvl="0" marL="107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ucida Sans"/>
              <a:buNone/>
            </a:pP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Step 3:</a:t>
            </a:r>
            <a:endParaRPr/>
          </a:p>
          <a:p>
            <a:pPr indent="0" lvl="0" marL="107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ucida Sans"/>
              <a:buNone/>
            </a:pP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K=3</a:t>
            </a:r>
            <a:endParaRPr/>
          </a:p>
          <a:p>
            <a:pPr indent="0" lvl="0" marL="107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Lucida Sans"/>
              <a:buNone/>
            </a:pPr>
            <a:r>
              <a:rPr b="0" i="0" lang="en-US" sz="2000" u="none">
                <a:solidFill>
                  <a:schemeClr val="accent1"/>
                </a:solidFill>
                <a:latin typeface="Lucida Sans"/>
                <a:ea typeface="Lucida Sans"/>
                <a:cs typeface="Lucida Sans"/>
                <a:sym typeface="Lucida Sans"/>
              </a:rPr>
              <a:t>C1=86.6, C2=475, C3=1.25</a:t>
            </a:r>
            <a:endParaRPr/>
          </a:p>
          <a:p>
            <a:pPr indent="0" lvl="0" marL="107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ucida Sans"/>
              <a:buNone/>
            </a:pP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Step 4: Stop</a:t>
            </a:r>
            <a:endParaRPr/>
          </a:p>
          <a:p>
            <a:pPr indent="0" lvl="0" marL="107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9"/>
          <p:cNvSpPr txBox="1"/>
          <p:nvPr/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25" name="Google Shape;225;p29"/>
          <p:cNvSpPr txBox="1"/>
          <p:nvPr>
            <p:ph idx="1" type="body"/>
          </p:nvPr>
        </p:nvSpPr>
        <p:spPr>
          <a:xfrm>
            <a:off x="228600" y="914400"/>
            <a:ext cx="8610600" cy="50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None/>
            </a:pP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Algorithm 1: DBSCAN Algorithm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None/>
            </a:pP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1: Label all points as core, border, or noise points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None/>
            </a:pP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2. Eliminate noise points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None/>
            </a:pP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3. Put an edge between all core points tht are within Eps of each other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None/>
            </a:pP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4. Make each group of connected core points into a separate cluster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None/>
            </a:pP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5. Assign each border point to one of the clusters of oys associated core points</a:t>
            </a:r>
            <a:endParaRPr/>
          </a:p>
          <a:p>
            <a:pPr indent="-169228" lvl="0" marL="365125" marR="0" rtl="0" algn="l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26" name="Google Shape;226;p29"/>
          <p:cNvSpPr txBox="1"/>
          <p:nvPr>
            <p:ph idx="4294967295" type="title"/>
          </p:nvPr>
        </p:nvSpPr>
        <p:spPr>
          <a:xfrm>
            <a:off x="457200" y="274638"/>
            <a:ext cx="8229600" cy="411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ucida Sans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DBSCAN</a:t>
            </a:r>
            <a:endParaRPr b="1" i="0" sz="2400" u="none" cap="none" strike="noStrike">
              <a:solidFill>
                <a:schemeClr val="dk2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6_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5_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7_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2_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4_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3_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